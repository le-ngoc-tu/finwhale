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_cover_17853090121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_problem_17853090240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_challenge_17853090340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_solution_v13_17874558548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_merg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_architecture_v11_17873651071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b_dataflow_v13_17874558730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c_agentdetails_v12_17874548663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_antihallucination_17853090998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b_modelchoice_v7_178667819067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_retrieval_v9_17867212834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b_auditor_v7_17866782152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_pandas_v12_178745489206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_experiment_v7_17866782556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b_journey_v12_17874549593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_datacleaning_v13_17874558933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_citations_v13_17874559105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_results_v8_178671882787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b_context_v12_178745494038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_methods_v9_17867212979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_thanks_v5_17860059933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_appendix_v12_17874549759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