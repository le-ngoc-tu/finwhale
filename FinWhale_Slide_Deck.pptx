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cover_17853090121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problem_17853090240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challenge_1785309034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solution_v14_17888606635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merg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1_normalize_17888641738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2_understand_17888642026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3_retrieve_17888642313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4_audit_17888642613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5_chart_17888644262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6_narrate_17888644675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architecture_v11_17873651071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b_dataflow_v14_178886070469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c_agentdetails_v12_17874548663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antihallucination_17853090998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b_modelchoice_v7_17866781906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retrieval_v9_17867212834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b_auditor_v7_17866782152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pandas_v12_17874548920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experiment_v7_17866782556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b_journey_v12_17874549593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datacleaning_v14_17888607405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citations_v15_17888608525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_results_v14_17888716539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b_context_v12_178745494038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_methods_v9_17867212979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_thanks_v5_17860059933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_appendix_v12_17874549759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